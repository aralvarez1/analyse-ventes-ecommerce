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565E-BC12-B19B-BC43-0BB02948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477FD-0816-7DC9-4A8F-B45513B2D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A6AFC-FD4D-99E5-1020-FDEC2977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20FBB-6D4A-E55A-AC61-D425B43E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EE22-5D9E-E99D-71B4-765458C5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61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97B5-6DD3-AA58-0D40-DF7DC890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2B68-5949-36FB-AD8D-6AF01CA68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23DD8-F156-1293-9409-9964A43A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E548-1035-69E3-C6E4-DD2C5A44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3FBF8-3142-166E-A497-A5468D9F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5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7B84-30D3-1BB6-67B8-F11F5430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BD8DA-3A7D-8D1A-A63D-13D75598F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5F435-2915-FAD5-B2B0-87589594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C605-52D2-B3C4-D909-25BCA1C1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9D0A7-A7A1-B4E5-95E3-E844ED17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68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A0E1-112A-B147-9190-B8F11A65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8C3B-217A-CACF-640C-9446252B2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FC0E9-A269-FF61-DF23-2C558D7E1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5F738-3BCF-8B3C-2D7B-B2F39512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C4404-92C5-1A74-46CC-95644402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2B42C-5824-A239-C0A1-7120000D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46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53F7-58A2-233A-9AE6-FF0BDBA6F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52271-49D0-489F-4686-6587227A5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500BC-7123-E76A-9ADC-A8AB0DDD8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5A15B-4740-B61D-8C30-0A112F0C8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2DA33-3844-F49C-8E37-3E6E3FB05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C1A24-AED8-8B2E-456F-070F32BF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825F7E-96D2-9F06-ED74-844E7235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41C0A-5335-0F96-5E5A-851737C1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293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7BC2-AE29-5BA2-1B24-A0EE2CC5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363E6-FA07-8F4E-6B75-3C526B7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78B3F-CE0F-069E-9037-D198B792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F8472-450A-F586-FBBB-D884D224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02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82CA9-6667-B638-5C7E-9D2FB55F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19C6D-BD37-43DB-4148-B12B49D8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4FFEA-6A73-3020-518E-F3BD76EC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89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FC8D-FC02-A554-7AC9-71D14757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63661-8370-449D-ECE9-115C20285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62F39-8B50-0226-408D-2451EA7EB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9CB6D-8B70-60F7-E26E-C7450AD0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2940A-75B5-F78E-7CCF-30550745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B21BD-FDBD-7844-F83E-FB452DF3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16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1CD7-4B15-28D3-E7E0-F098A846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8432C-503E-926C-718F-D9101A683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57639-0C76-047C-CE8C-DFC4C0206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915C2-A4D9-5D28-183C-A5EF4463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23F7E-5EEE-B432-8926-2DE0439C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C64A2-9641-419A-54B8-2515D87D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03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BBED-10E9-2B9B-A3BB-7D4BF4C2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294D6-F3D9-5AF4-C416-384A42477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4944-5C75-9918-B29F-A1A89931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BE83-3D90-DE03-C409-84E78418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F3896-F96D-7D94-6162-F3D80014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28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4C0DB-6DDE-3237-CD4E-365EFCCCC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F2606-81EE-7773-00FD-4DE0429CE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8292D-2F20-64EC-E515-68F811A7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D22FC-A586-F37B-B936-654C0A82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3562C-ADD5-27B6-3B90-E9A2E18E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91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35924-288B-40CD-B969-FA143F7E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B88FF-21A4-5658-D9A0-A9DE0ADFE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DFAF9-B758-075B-5E3E-5DF015070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50684-A5C0-49D7-B560-4C82A877B0AC}" type="datetimeFigureOut">
              <a:rPr lang="fr-FR" smtClean="0"/>
              <a:t>21/11/2024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44458-FAEE-D15D-9ECF-7E481DF9E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0E612-BBCE-E2CB-54F8-B38A04A8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831CF-DE6F-4C7B-A807-FCCCC5738A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33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C82AE7F5-D123-4C91-9685-7F8E5776F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17426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EA9971-8249-65A3-2EEF-778F1542EC0B}"/>
              </a:ext>
            </a:extLst>
          </p:cNvPr>
          <p:cNvSpPr txBox="1"/>
          <p:nvPr/>
        </p:nvSpPr>
        <p:spPr>
          <a:xfrm>
            <a:off x="8320135" y="1167896"/>
            <a:ext cx="3041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 :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chiffre d'affaires 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proportion des ventes par catégorie de produit </a:t>
            </a:r>
          </a:p>
          <a:p>
            <a:r>
              <a:rPr lang="fr-FR" dirty="0"/>
              <a:t>- </a:t>
            </a:r>
            <a:r>
              <a:rPr lang="fr-FR" sz="1800" dirty="0">
                <a:latin typeface="Calibri" panose="020F0502020204030204" pitchFamily="34" charset="0"/>
              </a:rPr>
              <a:t>évolution du chiffre d’affaires dans les prochains mois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691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green line and a blue line&#10;&#10;Description automatically generated">
            <a:extLst>
              <a:ext uri="{FF2B5EF4-FFF2-40B4-BE49-F238E27FC236}">
                <a16:creationId xmlns:a16="http://schemas.microsoft.com/office/drawing/2014/main" id="{0CA530BC-22E2-AC9F-1DD3-6A589F50B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734425" cy="67934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CD9AA-25AA-10B4-3C28-EED08EFC5B68}"/>
              </a:ext>
            </a:extLst>
          </p:cNvPr>
          <p:cNvSpPr txBox="1"/>
          <p:nvPr/>
        </p:nvSpPr>
        <p:spPr>
          <a:xfrm>
            <a:off x="8320135" y="1167896"/>
            <a:ext cx="3041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 :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nombre d'achats des clients 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nombre de visites sur le site web au cours du temps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7230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 going up&#10;&#10;Description automatically generated">
            <a:extLst>
              <a:ext uri="{FF2B5EF4-FFF2-40B4-BE49-F238E27FC236}">
                <a16:creationId xmlns:a16="http://schemas.microsoft.com/office/drawing/2014/main" id="{0DF8D614-0BAD-3C63-73F2-1FF98D5A1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810625" cy="68527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722DB5-4E3D-9154-904E-0FA57B73A695}"/>
              </a:ext>
            </a:extLst>
          </p:cNvPr>
          <p:cNvSpPr txBox="1"/>
          <p:nvPr/>
        </p:nvSpPr>
        <p:spPr>
          <a:xfrm>
            <a:off x="8320135" y="1167896"/>
            <a:ext cx="3041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 :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nombre d'achats des clients 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ratio (nombre d’achats des clients)/(nombre de visites) au cours du temps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338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showing a number of dots&#10;&#10;Description automatically generated">
            <a:extLst>
              <a:ext uri="{FF2B5EF4-FFF2-40B4-BE49-F238E27FC236}">
                <a16:creationId xmlns:a16="http://schemas.microsoft.com/office/drawing/2014/main" id="{89B95791-3892-D4E9-5DEB-385FAFC65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17426" cy="6858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AF0DFE-9173-C2C6-D04F-3487B5673D87}"/>
              </a:ext>
            </a:extLst>
          </p:cNvPr>
          <p:cNvSpPr txBox="1"/>
          <p:nvPr/>
        </p:nvSpPr>
        <p:spPr>
          <a:xfrm>
            <a:off x="8320135" y="1167896"/>
            <a:ext cx="3041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 :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temps passé par les visiteurs sur le site web (pour les sessions ayant abouti à un achat) 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montant des achats des clients (montant du panier)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833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137EDDCC-A7BD-A5C9-7019-4C7A0E4D5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17426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254FE8-A4D1-234D-6917-57F693C423D1}"/>
              </a:ext>
            </a:extLst>
          </p:cNvPr>
          <p:cNvSpPr txBox="1"/>
          <p:nvPr/>
        </p:nvSpPr>
        <p:spPr>
          <a:xfrm>
            <a:off x="8320135" y="1167896"/>
            <a:ext cx="3041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KPI :</a:t>
            </a:r>
          </a:p>
          <a:p>
            <a:r>
              <a:rPr lang="fr-FR" sz="1800" dirty="0">
                <a:latin typeface="Calibri" panose="020F0502020204030204" pitchFamily="34" charset="0"/>
              </a:rPr>
              <a:t>- variabilité du temps passé par les visiteurs sur le site web (pour les sessions ayant abouti à un achat)</a:t>
            </a:r>
          </a:p>
        </p:txBody>
      </p:sp>
    </p:spTree>
    <p:extLst>
      <p:ext uri="{BB962C8B-B14F-4D97-AF65-F5344CB8AC3E}">
        <p14:creationId xmlns:p14="http://schemas.microsoft.com/office/powerpoint/2010/main" val="357477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121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Alvarez</dc:creator>
  <cp:lastModifiedBy>arthur Alvarez</cp:lastModifiedBy>
  <cp:revision>3</cp:revision>
  <dcterms:created xsi:type="dcterms:W3CDTF">2024-11-15T17:00:15Z</dcterms:created>
  <dcterms:modified xsi:type="dcterms:W3CDTF">2024-11-21T21:38:10Z</dcterms:modified>
</cp:coreProperties>
</file>